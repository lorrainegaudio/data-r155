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1" r:id="rId3"/>
    <p:sldId id="262" r:id="rId4"/>
    <p:sldId id="260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8" d="100"/>
          <a:sy n="38" d="100"/>
        </p:scale>
        <p:origin x="137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8373C-E17D-4545-981E-64EDF849018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8C811-27E7-104F-BDFD-EDC9218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307c4098d0_0_1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307c4098d0_0_1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f4bd65eb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2f4bd65eb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342abab282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342abab282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C54E-FE46-43A0-B813-C41505B5D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61503-57A8-1A2A-85E4-F69ECD84B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2C37A-BAC0-8C9E-DEBC-123ADABB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1F19A-EFFD-205B-2C46-A0632D52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7550-E4FB-D70E-107C-C30A6D0E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389E-5385-A8A1-11A2-3BC75CC8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9400-287D-ACA8-A121-DE360309B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A600C-DF1F-0EB3-5A23-8E80F1C7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E5D1B-BA9D-AB89-0E8F-6A0BF9E6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BFEC5-D68D-4367-3A49-EFEA3421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5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86EB-5766-D046-F054-3DBA7454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970A3-F25D-607C-7EE0-738372F67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14DC4-4CDC-51C6-B442-163A8084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C74F-B994-7AC4-1A90-F8F4B3E4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64821-E1FD-6438-7379-0FCD4587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7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4F13-DABC-C682-04FC-69F7D9A2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4A731-DC82-62C0-7734-D445DDD18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809AA-9A88-D3A4-2576-190D98B57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D29FA-0900-FF8E-D6A1-A7D74A2F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CDCF0-A50F-FDF5-A916-DEFF29DF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DB91E-68E1-CE51-9F11-EFF2C41D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A3BB-5966-41B0-0247-5940B8C8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26E4F-477B-6AB3-E672-186DDCDE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A99EE-2B50-980C-3DFD-795ED90FB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2BCA5-63DA-D825-9B3B-71362D24A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3B25C-9381-B973-E837-E289D03FA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B16CB-2982-A449-E67B-C7678879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A4AFD-9AB3-A56C-F995-812785AB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9A852-E9AF-D20A-E1C8-42CDB547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9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15B3-AA41-8E0C-37E9-CF1405EB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004CA-330A-809F-DA70-4DA84783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FD488-3647-4BAC-B538-85492C97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9E88A-3D46-3EB8-33C4-486F1435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0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126B4-3FEB-0FC1-D282-94C338F6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FDF08-1118-5FF5-E546-1F6B429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B0B40-A139-18E1-BB50-DE44F070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2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2E3E-E70D-BD92-20EF-7D727484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A6F39-27AF-5D03-2945-46CD29199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AF4FC-3D0A-38C2-DD85-F6BD74BA5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20A9F-48D3-0DE3-0F3E-512FDAA7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761A9-F175-2C18-3E64-E84B9B88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F8A51-7E81-09F6-D8ED-B217CF8B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EB8D-FCD4-BB6C-6307-7E7940CF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72384-3BC3-F370-EBE3-C693A2565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7894E-16E4-AB63-6D0B-1843835B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FA1CB-38EE-1F58-B34E-57A6E0EA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476FA-ABD6-21AA-2FBC-04814756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03D24-B121-4B58-6B4F-A6AA86CE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D708-3C71-96BC-E01F-D6FC98B3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5E461-B768-B4FD-3072-B54D10F8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C1B0-A6AF-58A7-573B-00CE0649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F9D6C-0A64-B7FA-1906-AC25B99F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C6777-991D-5EFB-638D-7244360F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2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ED831-E88D-ED99-6F81-CED9A368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C3D93-D914-97FE-A531-F8C2AB660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3A96-5C71-05A6-0248-523E27D9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4A48D-DB8E-AAB0-C1ED-0A785580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D180-B3B1-8691-1990-FA7E8F75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3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15600" y="3040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2000"/>
              <a:buFont typeface="Montserrat Black"/>
              <a:buNone/>
              <a:defRPr sz="2667">
                <a:solidFill>
                  <a:srgbClr val="D64309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15600" y="1151400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/>
          <p:nvPr/>
        </p:nvSpPr>
        <p:spPr>
          <a:xfrm>
            <a:off x="-37400" y="6172307"/>
            <a:ext cx="12266800" cy="708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spcFirstLastPara="1" wrap="square" lIns="121900" tIns="121900" rIns="365733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33">
              <a:solidFill>
                <a:srgbClr val="FFFFFF"/>
              </a:solidFill>
              <a:highlight>
                <a:srgbClr val="0033A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998867" y="5597933"/>
            <a:ext cx="5607200" cy="708000"/>
          </a:xfrm>
          <a:prstGeom prst="parallelogram">
            <a:avLst>
              <a:gd name="adj" fmla="val 25000"/>
            </a:avLst>
          </a:prstGeom>
          <a:solidFill>
            <a:srgbClr val="D6430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813" y="6205819"/>
            <a:ext cx="675969" cy="59116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6363767" y="5597833"/>
            <a:ext cx="5666400" cy="7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6089633" y="6339617"/>
            <a:ext cx="5940400" cy="3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None/>
              <a:defRPr sz="13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7199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Section header">
  <p:cSld name="ORANGE 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0" y="0"/>
            <a:ext cx="12192000" cy="57428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highlight>
                <a:srgbClr val="D6430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highlight>
                <a:srgbClr val="D6430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200" b="1">
              <a:solidFill>
                <a:srgbClr val="FFFFFF"/>
              </a:solidFill>
              <a:highlight>
                <a:srgbClr val="D64309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11400" y="738233"/>
            <a:ext cx="10369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09467" y="5834035"/>
            <a:ext cx="1182532" cy="1023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4"/>
          <p:cNvCxnSpPr/>
          <p:nvPr/>
        </p:nvCxnSpPr>
        <p:spPr>
          <a:xfrm>
            <a:off x="585300" y="958933"/>
            <a:ext cx="0" cy="4931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921567" y="5940333"/>
            <a:ext cx="8730000" cy="6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Montserrat"/>
              <a:buNone/>
              <a:defRPr sz="1733" b="1">
                <a:solidFill>
                  <a:srgbClr val="0033A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925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2E9EE-3660-0C4A-D340-CEC33A1F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0E3FF-D307-66BA-C208-B524E8AEF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1423-6469-0F3B-4E9E-F41FA4DF1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E29F0-8F6C-C44A-B196-6041A7D4F9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19E0-F4C3-FCD0-8099-922E43CFE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6908-3EC3-D5D9-5F6A-A628AC0A4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DE341-3927-1746-8EB3-81EECD3C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2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eeracademicconsultants.youcanbook.m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isestate.edu/campusfoodpantry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3"/>
          <p:cNvSpPr txBox="1">
            <a:spLocks noGrp="1"/>
          </p:cNvSpPr>
          <p:nvPr>
            <p:ph type="title"/>
          </p:nvPr>
        </p:nvSpPr>
        <p:spPr>
          <a:xfrm>
            <a:off x="415600" y="3040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Campus Resource: Peer Academic Coaching</a:t>
            </a:r>
            <a:endParaRPr/>
          </a:p>
        </p:txBody>
      </p:sp>
      <p:sp>
        <p:nvSpPr>
          <p:cNvPr id="437" name="Google Shape;437;p73"/>
          <p:cNvSpPr txBox="1">
            <a:spLocks noGrp="1"/>
          </p:cNvSpPr>
          <p:nvPr>
            <p:ph type="subTitle" idx="2"/>
          </p:nvPr>
        </p:nvSpPr>
        <p:spPr>
          <a:xfrm>
            <a:off x="6363767" y="5597833"/>
            <a:ext cx="5666400" cy="70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marL="0" indent="0"/>
            <a:r>
              <a:rPr lang="en" sz="2400" u="sng">
                <a:hlinkClick r:id="rId3"/>
              </a:rPr>
              <a:t>Make an Appointment</a:t>
            </a:r>
            <a:endParaRPr sz="2400"/>
          </a:p>
        </p:txBody>
      </p:sp>
      <p:sp>
        <p:nvSpPr>
          <p:cNvPr id="438" name="Google Shape;438;p73"/>
          <p:cNvSpPr txBox="1">
            <a:spLocks noGrp="1"/>
          </p:cNvSpPr>
          <p:nvPr>
            <p:ph type="subTitle" idx="3"/>
          </p:nvPr>
        </p:nvSpPr>
        <p:spPr>
          <a:xfrm>
            <a:off x="6089633" y="6339617"/>
            <a:ext cx="5940400" cy="3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endParaRPr/>
          </a:p>
        </p:txBody>
      </p:sp>
      <p:pic>
        <p:nvPicPr>
          <p:cNvPr id="439" name="Google Shape;43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34" y="1022134"/>
            <a:ext cx="7801439" cy="439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0"/>
          <p:cNvSpPr txBox="1">
            <a:spLocks noGrp="1"/>
          </p:cNvSpPr>
          <p:nvPr>
            <p:ph type="title"/>
          </p:nvPr>
        </p:nvSpPr>
        <p:spPr>
          <a:xfrm>
            <a:off x="415600" y="3040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sz="2933"/>
              <a:t>English Language Support Programs</a:t>
            </a:r>
            <a:endParaRPr sz="2933"/>
          </a:p>
        </p:txBody>
      </p:sp>
      <p:sp>
        <p:nvSpPr>
          <p:cNvPr id="415" name="Google Shape;415;p70"/>
          <p:cNvSpPr txBox="1">
            <a:spLocks noGrp="1"/>
          </p:cNvSpPr>
          <p:nvPr>
            <p:ph type="subTitle" idx="2"/>
          </p:nvPr>
        </p:nvSpPr>
        <p:spPr>
          <a:xfrm>
            <a:off x="6363767" y="5597833"/>
            <a:ext cx="5874000" cy="70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sz="2000"/>
              <a:t>englishsupport@boisestate.edu</a:t>
            </a:r>
            <a:endParaRPr sz="1733"/>
          </a:p>
        </p:txBody>
      </p:sp>
      <p:sp>
        <p:nvSpPr>
          <p:cNvPr id="416" name="Google Shape;416;p70"/>
          <p:cNvSpPr txBox="1">
            <a:spLocks noGrp="1"/>
          </p:cNvSpPr>
          <p:nvPr>
            <p:ph type="body" idx="1"/>
          </p:nvPr>
        </p:nvSpPr>
        <p:spPr>
          <a:xfrm>
            <a:off x="415600" y="1151400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Free weekly tutoring for multilingual students!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endParaRPr sz="2133"/>
          </a:p>
          <a:p>
            <a:pPr indent="-440256">
              <a:buSzPts val="1600"/>
            </a:pPr>
            <a:r>
              <a:rPr lang="en" sz="2133"/>
              <a:t>Complete your homework faster</a:t>
            </a:r>
            <a:endParaRPr sz="2133"/>
          </a:p>
          <a:p>
            <a:pPr indent="-440256">
              <a:buSzPts val="1600"/>
            </a:pPr>
            <a:r>
              <a:rPr lang="en" sz="2133"/>
              <a:t>Improve your grades</a:t>
            </a:r>
            <a:endParaRPr sz="2133"/>
          </a:p>
          <a:p>
            <a:pPr indent="-440256">
              <a:buSzPts val="1600"/>
            </a:pPr>
            <a:r>
              <a:rPr lang="en" sz="2133"/>
              <a:t>Make a friend (tutors are undergraduate students)</a:t>
            </a:r>
            <a:endParaRPr sz="2133"/>
          </a:p>
          <a:p>
            <a:pPr indent="-440256">
              <a:buSzPts val="1600"/>
            </a:pPr>
            <a:r>
              <a:rPr lang="en" sz="2133"/>
              <a:t>Get advice on how to “do college” (talk to professors, use Canvas)</a:t>
            </a:r>
            <a:endParaRPr sz="2133"/>
          </a:p>
        </p:txBody>
      </p:sp>
      <p:pic>
        <p:nvPicPr>
          <p:cNvPr id="417" name="Google Shape;417;p70"/>
          <p:cNvPicPr preferRelativeResize="0"/>
          <p:nvPr/>
        </p:nvPicPr>
        <p:blipFill rotWithShape="1">
          <a:blip r:embed="rId3">
            <a:alphaModFix amt="96000"/>
          </a:blip>
          <a:srcRect t="-8710" r="26013" b="8710"/>
          <a:stretch/>
        </p:blipFill>
        <p:spPr>
          <a:xfrm>
            <a:off x="1202967" y="3518834"/>
            <a:ext cx="4471003" cy="2434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2800" y="304002"/>
            <a:ext cx="2163600" cy="21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5"/>
          <p:cNvSpPr txBox="1">
            <a:spLocks noGrp="1"/>
          </p:cNvSpPr>
          <p:nvPr>
            <p:ph type="title"/>
          </p:nvPr>
        </p:nvSpPr>
        <p:spPr>
          <a:xfrm>
            <a:off x="911400" y="738233"/>
            <a:ext cx="103692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"/>
              <a:t>Featured Resource: Food Pantry</a:t>
            </a:r>
            <a:endParaRPr/>
          </a:p>
        </p:txBody>
      </p:sp>
      <p:sp>
        <p:nvSpPr>
          <p:cNvPr id="448" name="Google Shape;448;p75"/>
          <p:cNvSpPr txBox="1">
            <a:spLocks noGrp="1"/>
          </p:cNvSpPr>
          <p:nvPr>
            <p:ph type="subTitle" idx="1"/>
          </p:nvPr>
        </p:nvSpPr>
        <p:spPr>
          <a:xfrm>
            <a:off x="921567" y="5940333"/>
            <a:ext cx="8730000" cy="69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/>
              <a:t>Thousands of visits per month. </a:t>
            </a:r>
            <a:r>
              <a:rPr lang="en" u="sng">
                <a:solidFill>
                  <a:schemeClr val="hlink"/>
                </a:solidFill>
                <a:hlinkClick r:id="rId3"/>
              </a:rPr>
              <a:t>Learn More</a:t>
            </a:r>
            <a:r>
              <a:rPr lang="en"/>
              <a:t>.</a:t>
            </a:r>
            <a:endParaRPr/>
          </a:p>
        </p:txBody>
      </p:sp>
      <p:pic>
        <p:nvPicPr>
          <p:cNvPr id="449" name="Google Shape;449;p7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33" y="1817501"/>
            <a:ext cx="10873731" cy="36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AF1F-CC1A-5AC6-8673-C2A6BDF0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Veteran Services Center Located at Lincoln Garage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6EA08-0A72-39AA-BD9B-BBC748B65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21AD95F-48BA-1470-8011-08CDBBFF4080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F921A4-D804-C685-AD51-A4C09344CB4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26E23-8277-7C36-B53B-85DFCD94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99" y="1151400"/>
            <a:ext cx="11347895" cy="36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0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C86F-38EE-0E71-86EE-5DCC621AB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Advising and Academic Support (</a:t>
            </a:r>
            <a:r>
              <a:rPr lang="en-US" dirty="0" err="1"/>
              <a:t>boisestate.edu</a:t>
            </a:r>
            <a:r>
              <a:rPr lang="en-US" dirty="0"/>
              <a:t>/</a:t>
            </a:r>
            <a:r>
              <a:rPr lang="en-US" dirty="0" err="1"/>
              <a:t>aasc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28CF2-6EA4-FABF-7064-122FC295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5" y="1193484"/>
            <a:ext cx="8920913" cy="4277445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720FEFF-0384-05D6-1DEE-FC0EE8925F4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AE95DF-4370-990C-26FE-ED8E15D366B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8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90</Words>
  <Application>Microsoft Office PowerPoint</Application>
  <PresentationFormat>Widescreen</PresentationFormat>
  <Paragraphs>14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Montserrat</vt:lpstr>
      <vt:lpstr>Montserrat Black</vt:lpstr>
      <vt:lpstr>Montserrat Medium</vt:lpstr>
      <vt:lpstr>Office Theme</vt:lpstr>
      <vt:lpstr>Campus Resource: Peer Academic Coaching</vt:lpstr>
      <vt:lpstr>English Language Support Programs</vt:lpstr>
      <vt:lpstr>Featured Resource: Food Pantry</vt:lpstr>
      <vt:lpstr>Veteran Services Center Located at Lincoln Garage</vt:lpstr>
      <vt:lpstr>Advising and Academic Support (boisestate.edu/aasc)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Kinzel</dc:creator>
  <cp:lastModifiedBy>Eva Lorraine Gaudio</cp:lastModifiedBy>
  <cp:revision>2</cp:revision>
  <dcterms:created xsi:type="dcterms:W3CDTF">2026-02-10T23:30:45Z</dcterms:created>
  <dcterms:modified xsi:type="dcterms:W3CDTF">2026-02-11T19:31:40Z</dcterms:modified>
</cp:coreProperties>
</file>